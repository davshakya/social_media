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6858000" cy="12191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1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457200"/>
            <a:ext cx="6089904" cy="347472"/>
          </a:xfrm>
          <a:prstGeom prst="roundRect">
            <a:avLst/>
          </a:prstGeom>
          <a:solidFill>
            <a:srgbClr val="47E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47EBD6"/>
                </a:solidFill>
                <a:latin typeface="Aptos Display"/>
              </a:rPr>
              <a:t>TECHGYAAN  •  QUICK EXPLAINER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58521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900" b="1">
                <a:solidFill>
                  <a:srgbClr val="FFFFFF"/>
                </a:solidFill>
                <a:latin typeface="Aptos Display"/>
              </a:rPr>
              <a:t>What is a Python list?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5852160" cy="5120640"/>
          </a:xfrm>
          <a:prstGeom prst="roundRect">
            <a:avLst/>
          </a:prstGeom>
          <a:solidFill>
            <a:srgbClr val="0A132A"/>
          </a:solidFill>
          <a:ln>
            <a:solidFill>
              <a:srgbClr val="47E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468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47EBD6"/>
                </a:solidFill>
                <a:latin typeface="Aptos Display"/>
              </a:rPr>
              <a:t>01  A PYTHON LIST STORES MANY VALUES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023360"/>
            <a:ext cx="516636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Aptos Display"/>
              </a:rPr>
              <a:t>Python list एक ordered collection है जिसमें हम multiple values store कर सकते हैं।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90372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BECDE6"/>
                </a:solidFill>
                <a:latin typeface="Aptos Display"/>
              </a:rPr>
              <a:t>SHOW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418320"/>
            <a:ext cx="5760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0F6FF"/>
                </a:solidFill>
                <a:latin typeface="Aptos Display"/>
              </a:rPr>
              <a:t>Follow for more practical Python lessons.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78992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BECDE6"/>
                </a:solidFill>
                <a:latin typeface="Aptos Display"/>
              </a:rPr>
              <a:t>SLIDE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4E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457200"/>
            <a:ext cx="6089904" cy="347472"/>
          </a:xfrm>
          <a:prstGeom prst="roundRect">
            <a:avLst/>
          </a:prstGeom>
          <a:solidFill>
            <a:srgbClr val="FFC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CD68"/>
                </a:solidFill>
                <a:latin typeface="Aptos Display"/>
              </a:rPr>
              <a:t>TECHGYAAN  •  QUICK EXPLAINER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58521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900" b="1">
                <a:solidFill>
                  <a:srgbClr val="FFFFFF"/>
                </a:solidFill>
                <a:latin typeface="Aptos Display"/>
              </a:rPr>
              <a:t>What is a Python list?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5852160" cy="5120640"/>
          </a:xfrm>
          <a:prstGeom prst="roundRect">
            <a:avLst/>
          </a:prstGeom>
          <a:solidFill>
            <a:srgbClr val="0A132A"/>
          </a:solidFill>
          <a:ln>
            <a:solidFill>
              <a:srgbClr val="FFC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468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CD68"/>
                </a:solidFill>
                <a:latin typeface="Aptos Display"/>
              </a:rPr>
              <a:t>02  LISTS USE SQUARE BRACKETS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023360"/>
            <a:ext cx="516636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Aptos Display"/>
              </a:rPr>
              <a:t>Square brackets use करके list बनती है, जैसे colors equals red, blue, और green।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90372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BECDE6"/>
                </a:solidFill>
                <a:latin typeface="Aptos Display"/>
              </a:rPr>
              <a:t>SHOW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418320"/>
            <a:ext cx="5760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0F6FF"/>
                </a:solidFill>
                <a:latin typeface="Aptos Display"/>
              </a:rPr>
              <a:t>Follow for more practical Python lessons.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78992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BECDE6"/>
                </a:solidFill>
                <a:latin typeface="Aptos Display"/>
              </a:rPr>
              <a:t>SLIDE 2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2C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457200"/>
            <a:ext cx="6089904" cy="347472"/>
          </a:xfrm>
          <a:prstGeom prst="roundRect">
            <a:avLst/>
          </a:prstGeom>
          <a:solidFill>
            <a:srgbClr val="47E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47EBD6"/>
                </a:solidFill>
                <a:latin typeface="Aptos Display"/>
              </a:rPr>
              <a:t>TECHGYAAN  •  QUICK EXPLAINER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58521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900" b="1">
                <a:solidFill>
                  <a:srgbClr val="FFFFFF"/>
                </a:solidFill>
                <a:latin typeface="Aptos Display"/>
              </a:rPr>
              <a:t>What is a Python list?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5852160" cy="5120640"/>
          </a:xfrm>
          <a:prstGeom prst="roundRect">
            <a:avLst/>
          </a:prstGeom>
          <a:solidFill>
            <a:srgbClr val="0A132A"/>
          </a:solidFill>
          <a:ln>
            <a:solidFill>
              <a:srgbClr val="47E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468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47EBD6"/>
                </a:solidFill>
                <a:latin typeface="Aptos Display"/>
              </a:rPr>
              <a:t>03  INDEXES START AT ZERO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023360"/>
            <a:ext cx="516636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Aptos Display"/>
              </a:rPr>
              <a:t>हर item का position index होता है, और first item का index zero होता है।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90372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BECDE6"/>
                </a:solidFill>
                <a:latin typeface="Aptos Display"/>
              </a:rPr>
              <a:t>SHOW ALGORITHM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418320"/>
            <a:ext cx="5760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0F6FF"/>
                </a:solidFill>
                <a:latin typeface="Aptos Display"/>
              </a:rPr>
              <a:t>Follow for more practical Python lessons.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78992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BECDE6"/>
                </a:solidFill>
                <a:latin typeface="Aptos Display"/>
              </a:rPr>
              <a:t>SLIDE 3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242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457200"/>
            <a:ext cx="6089904" cy="347472"/>
          </a:xfrm>
          <a:prstGeom prst="roundRect">
            <a:avLst/>
          </a:prstGeom>
          <a:solidFill>
            <a:srgbClr val="FFC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CD68"/>
                </a:solidFill>
                <a:latin typeface="Aptos Display"/>
              </a:rPr>
              <a:t>TECHGYAAN  •  QUICK EXPLAINER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58521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900" b="1">
                <a:solidFill>
                  <a:srgbClr val="FFFFFF"/>
                </a:solidFill>
                <a:latin typeface="Aptos Display"/>
              </a:rPr>
              <a:t>What is a Python list?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5852160" cy="5120640"/>
          </a:xfrm>
          <a:prstGeom prst="roundRect">
            <a:avLst/>
          </a:prstGeom>
          <a:solidFill>
            <a:srgbClr val="0A132A"/>
          </a:solidFill>
          <a:ln>
            <a:solidFill>
              <a:srgbClr val="FFC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468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CD68"/>
                </a:solidFill>
                <a:latin typeface="Aptos Display"/>
              </a:rPr>
              <a:t>04  APPEND ADDS AN ITEM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023360"/>
            <a:ext cx="516636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Aptos Display"/>
              </a:rPr>
              <a:t>List में new value add करने के लिए append method use करते हैं, जो end में item add करता है।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90372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BECDE6"/>
                </a:solidFill>
                <a:latin typeface="Aptos Display"/>
              </a:rPr>
              <a:t>SHOW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418320"/>
            <a:ext cx="5760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0F6FF"/>
                </a:solidFill>
                <a:latin typeface="Aptos Display"/>
              </a:rPr>
              <a:t>Follow for more practical Python lessons.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78992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BECDE6"/>
                </a:solidFill>
                <a:latin typeface="Aptos Display"/>
              </a:rPr>
              <a:t>SLIDE 4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807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457200"/>
            <a:ext cx="6089904" cy="347472"/>
          </a:xfrm>
          <a:prstGeom prst="roundRect">
            <a:avLst/>
          </a:prstGeom>
          <a:solidFill>
            <a:srgbClr val="47E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47EBD6"/>
                </a:solidFill>
                <a:latin typeface="Aptos Display"/>
              </a:rPr>
              <a:t>TECHGYAAN  •  QUICK EXPLAINER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58521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900" b="1">
                <a:solidFill>
                  <a:srgbClr val="FFFFFF"/>
                </a:solidFill>
                <a:latin typeface="Aptos Display"/>
              </a:rPr>
              <a:t>What is a Python list?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5852160" cy="5120640"/>
          </a:xfrm>
          <a:prstGeom prst="roundRect">
            <a:avLst/>
          </a:prstGeom>
          <a:solidFill>
            <a:srgbClr val="0A132A"/>
          </a:solidFill>
          <a:ln>
            <a:solidFill>
              <a:srgbClr val="47E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468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47EBD6"/>
                </a:solidFill>
                <a:latin typeface="Aptos Display"/>
              </a:rPr>
              <a:t>05  USE LISTS WHEN ORDER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023360"/>
            <a:ext cx="516636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Aptos Display"/>
              </a:rPr>
              <a:t>जब order important हो और values change करनी हों, Python list एक useful choice है।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90372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BECDE6"/>
                </a:solidFill>
                <a:latin typeface="Aptos Display"/>
              </a:rPr>
              <a:t>SHOW ALGORITHM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418320"/>
            <a:ext cx="5760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0F6FF"/>
                </a:solidFill>
                <a:latin typeface="Aptos Display"/>
              </a:rPr>
              <a:t>Follow for more practical Python lessons.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78992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BECDE6"/>
                </a:solidFill>
                <a:latin typeface="Aptos Display"/>
              </a:rPr>
              <a:t>SLIDE 5 OF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